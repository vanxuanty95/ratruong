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b9e4f15724ad6" /><Relationship Type="http://schemas.openxmlformats.org/officeDocument/2006/relationships/extended-properties" Target="/docProps/app.xml" Id="R1059c9abf4d14083" /><Relationship Type="http://schemas.openxmlformats.org/officeDocument/2006/relationships/officeDocument" Target="/ppt/presentation.xml" Id="Rc976dfd87b19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fb5ab1be84e06"/>
  </p:sldMasterIdLst>
  <p:notesMasterIdLst>
    <p:notesMasterId xmlns:r="http://schemas.openxmlformats.org/officeDocument/2006/relationships" r:id="Ra1a2d87a3a184b97"/>
  </p:notesMasterIdLst>
  <p:sldIdLst>
    <p:sldId xmlns:r="http://schemas.openxmlformats.org/officeDocument/2006/relationships" id="256" r:id="R3a977b8a666148f1"/>
    <p:sldId xmlns:r="http://schemas.openxmlformats.org/officeDocument/2006/relationships" id="257" r:id="R4c2fa39dd4ab4b7d"/>
    <p:sldId xmlns:r="http://schemas.openxmlformats.org/officeDocument/2006/relationships" id="258" r:id="R34682ef3c7cf4399"/>
    <p:sldId xmlns:r="http://schemas.openxmlformats.org/officeDocument/2006/relationships" id="259" r:id="R3e3139cdb08741fe"/>
    <p:sldId xmlns:r="http://schemas.openxmlformats.org/officeDocument/2006/relationships" id="260" r:id="R947b61487fc44bf4"/>
    <p:sldId xmlns:r="http://schemas.openxmlformats.org/officeDocument/2006/relationships" id="261" r:id="R1ae41183b48d4caf"/>
    <p:sldId xmlns:r="http://schemas.openxmlformats.org/officeDocument/2006/relationships" id="262" r:id="R108c4ec80c2745b2"/>
    <p:sldId xmlns:r="http://schemas.openxmlformats.org/officeDocument/2006/relationships" id="263" r:id="R8fdc6953947e4a59"/>
    <p:sldId xmlns:r="http://schemas.openxmlformats.org/officeDocument/2006/relationships" id="264" r:id="R18ebf90c3f1d442b"/>
    <p:sldId xmlns:r="http://schemas.openxmlformats.org/officeDocument/2006/relationships" id="265" r:id="Re761cedc4ac947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c9e74064a4c0e" /><Relationship Type="http://schemas.openxmlformats.org/officeDocument/2006/relationships/slideMaster" Target="/ppt/slideMasters/slideMaster1.xml" Id="Rd3dfb5ab1be84e06" /><Relationship Type="http://schemas.openxmlformats.org/officeDocument/2006/relationships/notesMaster" Target="/ppt/notesMasters/notesMaster1.xml" Id="Ra1a2d87a3a184b97" /><Relationship Type="http://schemas.openxmlformats.org/officeDocument/2006/relationships/presProps" Target="/ppt/presProps.xml" Id="R871acb8d4d0b4128" /><Relationship Type="http://schemas.openxmlformats.org/officeDocument/2006/relationships/tableStyles" Target="/ppt/tableStyles.xml" Id="R2080be7d0c114490" /><Relationship Type="http://schemas.openxmlformats.org/officeDocument/2006/relationships/slide" Target="/ppt/slides/slide1.xml" Id="R3a977b8a666148f1" /><Relationship Type="http://schemas.openxmlformats.org/officeDocument/2006/relationships/slide" Target="/ppt/slides/slide2.xml" Id="R4c2fa39dd4ab4b7d" /><Relationship Type="http://schemas.openxmlformats.org/officeDocument/2006/relationships/slide" Target="/ppt/slides/slide3.xml" Id="R34682ef3c7cf4399" /><Relationship Type="http://schemas.openxmlformats.org/officeDocument/2006/relationships/slide" Target="/ppt/slides/slide4.xml" Id="R3e3139cdb08741fe" /><Relationship Type="http://schemas.openxmlformats.org/officeDocument/2006/relationships/slide" Target="/ppt/slides/slide5.xml" Id="R947b61487fc44bf4" /><Relationship Type="http://schemas.openxmlformats.org/officeDocument/2006/relationships/slide" Target="/ppt/slides/slide6.xml" Id="R1ae41183b48d4caf" /><Relationship Type="http://schemas.openxmlformats.org/officeDocument/2006/relationships/slide" Target="/ppt/slides/slide7.xml" Id="R108c4ec80c2745b2" /><Relationship Type="http://schemas.openxmlformats.org/officeDocument/2006/relationships/slide" Target="/ppt/slides/slide8.xml" Id="R8fdc6953947e4a59" /><Relationship Type="http://schemas.openxmlformats.org/officeDocument/2006/relationships/slide" Target="/ppt/slides/slide9.xml" Id="R18ebf90c3f1d442b" /><Relationship Type="http://schemas.openxmlformats.org/officeDocument/2006/relationships/slide" Target="/ppt/slides/slide10.xml" Id="Re761cedc4ac947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e3413610a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4f21097f04fd8" /><Relationship Type="http://schemas.openxmlformats.org/officeDocument/2006/relationships/notesMaster" Target="/ppt/notesMasters/notesMaster1.xml" Id="Rccc743acebf2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115c8f72a405f" /><Relationship Type="http://schemas.openxmlformats.org/officeDocument/2006/relationships/notesMaster" Target="/ppt/notesMasters/notesMaster1.xml" Id="R2a1df3d0df4f47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e5ad2347ed4aa2" /><Relationship Type="http://schemas.openxmlformats.org/officeDocument/2006/relationships/notesMaster" Target="/ppt/notesMasters/notesMaster1.xml" Id="R3c3d4375010a4a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e7b847fe184470" /><Relationship Type="http://schemas.openxmlformats.org/officeDocument/2006/relationships/notesMaster" Target="/ppt/notesMasters/notesMaster1.xml" Id="R4c9927dc8c5c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42b544153b4f83" /><Relationship Type="http://schemas.openxmlformats.org/officeDocument/2006/relationships/notesMaster" Target="/ppt/notesMasters/notesMaster1.xml" Id="R4321c7490e4e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0829d7f21b472e" /><Relationship Type="http://schemas.openxmlformats.org/officeDocument/2006/relationships/notesMaster" Target="/ppt/notesMasters/notesMaster1.xml" Id="R58bf02b3c43a48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e94cc9d1d44de4" /><Relationship Type="http://schemas.openxmlformats.org/officeDocument/2006/relationships/notesMaster" Target="/ppt/notesMasters/notesMaster1.xml" Id="R360054566525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f3f72ea9b4409" /><Relationship Type="http://schemas.openxmlformats.org/officeDocument/2006/relationships/notesMaster" Target="/ppt/notesMasters/notesMaster1.xml" Id="R61eb764cb2a74c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ee3dad00a94835" /><Relationship Type="http://schemas.openxmlformats.org/officeDocument/2006/relationships/notesMaster" Target="/ppt/notesMasters/notesMaster1.xml" Id="R50cbab8afa1e4d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e797324b14390" /><Relationship Type="http://schemas.openxmlformats.org/officeDocument/2006/relationships/notesMaster" Target="/ppt/notesMasters/notesMaster1.xml" Id="Red473691f88c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thesis is an independent method-development study. No method or result is preselected.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is historical context only. GRAPES remains a source of ideas and a comparator, not the thesis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question is framed around a quality–resource trade-off under a fixed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layer identifies roles for literature and protocol controls. It does not make a novelty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decision framework: the reference design can inform ablations but does not lock the final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roles are recorded in the bilingual portfolio and protocol. All G2 decisions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Temporal and training-only graph controls are informed by recommender leakage literature; concrete policies are pending Gate G2-D.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full-catalog ranking is the intended headline protocol, pending documented feasibility and gate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Temporary audit and toy-test execution do not constitute a trained model or scientific performance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decisions close provenance and protocol risks before any final-method implementation or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GRAPES: https://arxiv.org/abs/2310.03399v3</a:t>
            </a:r>
          </a:p>
          <a:p xmlns:a="http://schemas.openxmlformats.org/drawingml/2006/main">
            <a:r>
              <a:t>- BPR: https://arxiv.org/abs/1205.2618</a:t>
            </a:r>
          </a:p>
          <a:p xmlns:a="http://schemas.openxmlformats.org/drawingml/2006/main">
            <a:r>
              <a:t>- LightGCN: https://arxiv.org/abs/2002.02126</a:t>
            </a:r>
          </a:p>
          <a:p xmlns:a="http://schemas.openxmlformats.org/drawingml/2006/main">
            <a:r>
              <a:t>- Amazon Reviews'23: https://amazon-reviews-2023.github.io/main.html</a:t>
            </a:r>
          </a:p>
          <a:p xmlns:a="http://schemas.openxmlformats.org/drawingml/2006/main">
            <a:r>
              <a:t>- Recommender leakage controls: https://arxiv.org/abs/2010.11060</a:t>
            </a:r>
          </a:p>
          <a:p xmlns:a="http://schemas.openxmlformats.org/drawingml/2006/main">
            <a:r>
              <a:t>- Full-catalog evaluation caution: https://arxiv.org/abs/1912.02263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6c8a1a972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1193dfa15b48eb" /><Relationship Type="http://schemas.openxmlformats.org/officeDocument/2006/relationships/slideLayout" Target="/ppt/slideLayouts/slideLayout1.xml" Id="R05afe8f5aac34c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afe8f5aac34c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6e297664e42c5" /><Relationship Type="http://schemas.openxmlformats.org/officeDocument/2006/relationships/notesSlide" Target="/ppt/notesSlides/notesSlide1.xml" Id="Rada746354abf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b4b7a3ab74637" /><Relationship Type="http://schemas.openxmlformats.org/officeDocument/2006/relationships/notesSlide" Target="/ppt/notesSlides/notesSlide2.xml" Id="Raf81136cd8b3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10da8797d48e8" /><Relationship Type="http://schemas.openxmlformats.org/officeDocument/2006/relationships/notesSlide" Target="/ppt/notesSlides/notesSlide3.xml" Id="R4c63c744a81c45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5bc7b3574d51" /><Relationship Type="http://schemas.openxmlformats.org/officeDocument/2006/relationships/notesSlide" Target="/ppt/notesSlides/notesSlide4.xml" Id="R2aa9f93e1c2b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1f4525da9463d" /><Relationship Type="http://schemas.openxmlformats.org/officeDocument/2006/relationships/notesSlide" Target="/ppt/notesSlides/notesSlide5.xml" Id="R636f2494ed4e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d4a58c8cd45ca" /><Relationship Type="http://schemas.openxmlformats.org/officeDocument/2006/relationships/notesSlide" Target="/ppt/notesSlides/notesSlide6.xml" Id="R75a84d19aea2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7fd8e26424aa9" /><Relationship Type="http://schemas.openxmlformats.org/officeDocument/2006/relationships/notesSlide" Target="/ppt/notesSlides/notesSlide7.xml" Id="R450df741935040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572b341e4f20" /><Relationship Type="http://schemas.openxmlformats.org/officeDocument/2006/relationships/notesSlide" Target="/ppt/notesSlides/notesSlide8.xml" Id="Rb889f248dff042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e0b162fad4224" /><Relationship Type="http://schemas.openxmlformats.org/officeDocument/2006/relationships/notesSlide" Target="/ppt/notesSlides/notesSlide9.xml" Id="R007981fc57664e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4ca1b2fc54d45" /><Relationship Type="http://schemas.openxmlformats.org/officeDocument/2006/relationships/notesSlide" Target="/ppt/notesSlides/notesSlide10.xml" Id="R5fd3a441bd304a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15ABB-EF8E-4888-B703-7E5DAFC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MASTER'S THESIS / PHASE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7C069-9EE0-4494-9117-F0D80B81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Graph sampling for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large-scale GNN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69F6-22DB-4742-860E-F97AFC6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Independent method-development study • cumulative working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0718D-AEF5-4079-A459-25B26773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000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C3E76-6504-402D-A7FC-FE1D62EA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STATUS / RESEARCH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1A56-8D28-4D48-8E90-E2BF40E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Computer Science · 12-week thesis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90F62-D998-4375-9A93-D1B067CE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3BC0E-8D16-4F61-9F56-6B97D9A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89310-7F14-4F04-8137-FD2F544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9375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BF6A3-FAB5-4281-B06C-F0535CAD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 /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6DE4-0C7E-46D5-925E-72014FF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Large user–item graphs make multi-hop GNN sampling costly.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AF77-0A40-4446-99AD-5B8353B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3C7F6-58A2-4459-9E2E-6B3E5E59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43CA5-B826-4D80-9AF9-BF4C12A3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621F1-4DF6-4D04-8DC5-477E96A6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A recommender graph is sparse, large, and degree-skewed. The thesis investigates sampling as a way to control computation without masking evaluation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6394F-356B-4163-9AAD-1614BF9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81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HISTORICAL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EF94C-3EF8-402A-8E60-5AFF0A0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00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73EDD-0ABB-477C-896D-FECC37A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8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GRAPES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node 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A1311-43A0-4CD4-8CF0-3C51C97A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CC6E7-117B-499F-84ED-5E9A134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81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THESIS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F0A3A-DAD6-4BD5-B5B9-E6ED897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200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FAC87-EC8E-49A4-B100-68B4703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955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Project graph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sampler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AB3CC-5D7F-4763-91EE-911B4F7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DB12B-6FA2-47A3-BB17-0483073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Phase 1 supplies evidence and ideas; Phase 2 defines and evaluates its own method.</a:t>
            </a:r>
          </a:p>
        </p:txBody>
      </p:sp>
    </p:spTree>
    <p:extLst>
      <p:ext uri="{BB962C8B-B14F-4D97-AF65-F5344CB8AC3E}">
        <p14:creationId xmlns:p14="http://schemas.microsoft.com/office/powerpoint/2010/main" val="570302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14835-9B55-485A-A282-A3294C9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/ 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1F129-156C-443F-B4F5-BE6532A9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research question is method development, not method transfer.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AB56C-7E7D-4146-ABB2-81E2D01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D306D-66EA-4D61-8C15-5E1AFF2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C465C-557A-4A32-99E4-0CA9E0E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401B-F3E6-4BC0-8D5D-04E1D832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45FB-CAA1-42B5-BF79-445DB42F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 A GRAPH-SAMPLING METHOD FOR LARGE-SCALE GNN RECOMMENDERS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C2B3C-60D2-462E-9D9F-B257549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D259-B6FF-4439-9032-07D4B84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66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Which sampling design preserves ranking quality under a fixed computation budget while controlling resource cost?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53D3F-DA46-4A09-ADCC-9748835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314325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727D9-2A17-4537-BA02-A8B5CED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9B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9B75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990B7-A653-4E43-95D7-24194BB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481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• User–item graphs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• Python + Colab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• Evidence-based design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• Quality + resource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CDF2D-1E61-45AF-B6A7-8FE14D35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Hypotheses and components remain proposed until tested.</a:t>
            </a:r>
          </a:p>
        </p:txBody>
      </p:sp>
    </p:spTree>
    <p:extLst>
      <p:ext uri="{BB962C8B-B14F-4D97-AF65-F5344CB8AC3E}">
        <p14:creationId xmlns:p14="http://schemas.microsoft.com/office/powerpoint/2010/main" val="1029489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DAAC9-8514-4703-9A7A-6D61F639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SCIENTIFIC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D33C8-5386-43A3-BA64-6C7695F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Related work informs the design; it does not pre-select the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EBF4-883B-4BF1-878C-163ECC4F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197D3-CB3B-42A1-A2C7-8E6FEEEC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DC708-EECA-4B91-9FCC-39ABA14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FD1A6-2173-4C0A-831B-6BDDDC0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6232C-0203-42D3-AB0E-49C56225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GRAPES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ACD7C-EBEF-4A62-A014-4172C6B7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adaptive sampling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reference + comparator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2C56D-9DE0-4692-815A-9DA0611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SAMPLING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A215B-61FF-4E63-AA84-75DD17FA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E50C7-C682-4D67-AC27-7D0B426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BPR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32DCE-A3A3-4CE6-9BB9-846C87C5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pairwise ranking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82226-0EBC-4D4D-BA76-D3575E4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TASK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37DFD-D03F-4968-85A6-876D4817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193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0140-E1DE-4F54-BB31-9CC8EC6F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LightGCN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0B0DC-2372-4B25-8263-C5FD97DC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GNN collaborative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filtering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72059-3591-450F-A434-0ED0A7A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BACKBONE CANDIDATE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30EA1-A248-4E19-85A8-FDE998F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840B-A92B-439D-9E08-5109A405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Amazon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17475-8972-4330-A14E-F4176C9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leakage-safe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full-catalog protocol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5C181-AA30-4A66-A6E7-D6333AE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7BC1C-BFA0-4A07-AA48-7467BA6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B9FA4-EA1E-493E-8BC7-DEB0E42A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Literature positioning remains active; no novelty or effectiveness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98481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3953F-0E87-4020-8C01-3CC110B5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 / METHOD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166CC-5BE1-4BD9-A0EB-B3B6A7E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final sampler will be selected by evidence, not inherited.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03993-DBDE-4CCC-9688-FD33FCE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E80EC-A425-482B-8D7E-E7CD1565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680D-378B-482A-9E85-137758E8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C8957-5B6F-4CA2-862A-949A4D59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320D4-6319-424D-B682-FC9F34F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Role in 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72E9-2586-4939-AA28-3087E6FD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9BA7B-BE83-4F52-9B86-7893CD1D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4F09C-F50B-4237-9C09-419391E8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9D6A8-35AF-44D3-96AB-9CCB1FE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GRAPES mechanisms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07145-AB4A-415F-BDBD-FDEBBF6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Reference candidates for ablation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2B166-C85E-4114-80A6-A37778DE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90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EB96A-6623-480A-BDA1-5789C07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GNN backbone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28528-FE0C-4D48-AD32-F7626F2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Controlled recommender backbone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20280-6617-451A-891C-2F9750B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57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6FCFA-EA18-4988-BC89-B58828C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8443C-9731-42DD-B88F-DA79C0B0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Sampling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9B9B5-7C5D-4492-BCD2-DDB05C5C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24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Develop + compare under fixed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50A36-8F86-4391-9AC3-F2D9035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24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22DF1-3700-454D-9255-C70151C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Learning objective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F44DB-F738-438F-B35D-54680CD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Choose from evidence and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D074B-9CEE-47CC-835C-944D310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7E248-9DAF-4F58-868A-5237527B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EA3D5-35D9-43A4-BA71-882DC0C4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89AA0-9BE4-4A5C-B7A7-6B61610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57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Shared quality–cost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26CE8-5DDE-4B46-B082-D18D047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E96DE3-13F3-4F0F-B66C-5E286258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Reference contracts inform verification; they are not the final method.</a:t>
            </a:r>
          </a:p>
        </p:txBody>
      </p:sp>
    </p:spTree>
    <p:extLst>
      <p:ext uri="{BB962C8B-B14F-4D97-AF65-F5344CB8AC3E}">
        <p14:creationId xmlns:p14="http://schemas.microsoft.com/office/powerpoint/2010/main" val="1479200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FAB13-3E95-4E3E-9578-D7E3C5C2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 / DATA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F32E5-160F-486E-8AD8-8C4EA96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portfolio separates diagnosis, primary evidence, and scale stress.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3B520-8E68-49B8-AA67-744458D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1CA5C-8A9C-49F5-8A28-A9820C42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9C65-61C2-429A-BE91-0D4588F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1643A-7954-4604-8FC0-8A00308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EB9B4-9DED-4E3E-925D-9DCD96A1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All_Beauty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4106D-6FB2-49A2-8D9D-03F38CD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813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D6587-4037-4383-A743-A28944E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EDCED-5A22-4D04-99C2-C7CA58BD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Baby_Products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primary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602F5-9B40-44C0-AC88-5213771E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E80F0-10E6-4AA9-BDA5-C5E63F4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06BCE-6A27-4804-B0DD-7A099BA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71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G2 protocol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6C206-BA46-44EB-85F1-0EDB650B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82EAE-E44B-490D-85D4-5C9147C5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3B80A-984D-4665-96CE-7CB80FB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Home_and_Kitchen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conditional scale stress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E00F2-C837-4C9F-8CCA-EE7A2A40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BF56A-5660-4D7B-8EA9-0F90D023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4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78116-DE49-473E-A1F8-04EE87E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71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Optional datasets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after core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D8C71-49F2-4C9E-8E91-47C5B3C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0299F-3F1C-4C35-9550-01FF1BF3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Source, semantics, split, and evaluation controls are decided before model training.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11238-7B72-4DF6-BECF-33142A4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All_Beauty is not primary evidence; Baby remains unfinalized.</a:t>
            </a:r>
          </a:p>
        </p:txBody>
      </p:sp>
    </p:spTree>
    <p:extLst>
      <p:ext uri="{BB962C8B-B14F-4D97-AF65-F5344CB8AC3E}">
        <p14:creationId xmlns:p14="http://schemas.microsoft.com/office/powerpoint/2010/main" val="505191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21AFF-095A-434F-94F0-D2541153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 / DATA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C5066-1BD6-4358-B5F7-B516AFBE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evaluation graph is constructed from training evidence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21104-2EC7-4EE9-BDB9-2E43555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D039F-F330-4E56-9DE1-F7EE9CCB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2A19A-D8E6-401F-B203-B43273B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78C4-BC3D-4237-82AD-CA3D72F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8577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5DC6E-01CB-488D-A39C-BBFE514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TEMPORAL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C8FD6-138F-4E5C-B46B-7A6858AE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Cutoffs before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2C7F6-3601-4AAA-A3D5-4B2EF6F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Warm-start coverage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is reported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A1B5F-3F6E-4541-8ABA-E6E64F5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Training positives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construct the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C254-9E97-4C1A-9ECC-3F95B4F0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71650"/>
            <a:ext cx="52197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C7844-DBF5-403D-817A-5566317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NEGATIVES +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39776-C512-498A-805B-2DCB7C0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Training item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universe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B504A-5F54-458B-B8F8-73AF33F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Exact full-catalog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94657-2502-4941-A79D-1D5873A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909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Future-positive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treatment explicit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98486-BBAE-4124-9A5D-1199641F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Validation and test interactions never enter the training graph.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AC184-4BBB-4E23-BE05-C6C7A6E9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Interaction semantics, duplicate treatment, and OOV coverage must be frozen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1521239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3D27A-2DC4-4093-B972-8FEA602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 / EXPERIMENT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15A66-E9E8-4984-AD39-2DFE5AA1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 fair comparison holds the task and budget constant.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A1D61-64B7-4B82-8F5A-C9C4AF61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E129B-2C29-4F64-9097-8002885B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BD2E0-8A25-4AE8-8A26-8B961895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A2BD2-B245-485C-8C9F-AC95C158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62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FAE90-992D-47C1-94E4-72CF3B9A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437CE-813A-4A33-9931-F4B17F2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Baby primary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All_Beauty diagnostic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Home/Kitchen conditional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90299-D44B-40E9-B2D5-DC58778E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051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E9F8E-FDEA-4749-94EF-98E4B94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62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2DDC7-6438-4EED-B715-36901854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55E13-3D55-4853-9339-3C70E76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Temporal split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Training-only graph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Recorded OOV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3D35C-20BF-4E28-801E-DBCC5660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FD1AC-DD29-4F1F-A10C-B4C5FF47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62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0F0F7-946B-47D9-82EB-D6743A9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31F2F-1FAA-4027-BE4F-17A7E68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BPR-MF · GNN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Uniform · degree-aware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GRAPES reference · proposed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C1BCE-1736-4123-B2A3-DEAD9871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7DE3A-0598-4E42-90A6-77779AF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62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079CB-E7C5-4AE8-AC72-5B77F49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61DD-0CF8-4158-AFC6-03DD3EBE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NDCG / Recall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VRAM/RAM · time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Throughput · sample 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1D393-4C9F-46E0-9F84-F5D7104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Exact full-catalog evaluation is intended, pending Gate G2-D.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1C589-C2CB-41B6-9958-EF2C86A6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No final model, environment, or dataset is frozen.</a:t>
            </a:r>
          </a:p>
        </p:txBody>
      </p:sp>
    </p:spTree>
    <p:extLst>
      <p:ext uri="{BB962C8B-B14F-4D97-AF65-F5344CB8AC3E}">
        <p14:creationId xmlns:p14="http://schemas.microsoft.com/office/powerpoint/2010/main" val="887065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1D9DE-6034-4331-820D-6FAA8724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 / 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97DC0-8F06-44BF-82C3-246FF06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Current artifacts establish preparation, not a scientific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BE432-E308-42A5-8222-4CE689A5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FBB06-DE29-498E-AE37-03B0CD85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D7D75-BFE9-4D95-84E2-9216075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0D222-1CEA-475C-AAC5-99391CA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1E2AC-6D1E-41D4-9E12-D2B6D39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BD3AE-895D-4F53-B188-BB38908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Thesis framing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Source governance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Dataset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0FC19-BB2D-4F16-8C5C-C78CE7DE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9B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A8EF0-E461-4A5F-93DE-2AEE475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9B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9B75"/>
                </a:solidFill>
                <a:latin typeface="Arial"/>
                <a:ea typeface="Arial"/>
                <a:cs typeface="Arial"/>
              </a:rPr>
              <a:t>EXECUTED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62A90-ABAF-49CF-9296-10C14D1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Temporary raw audit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10 CPU toy tests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OOV risk identified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611BC-95A2-4BF4-B116-1CCC80F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A6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92035-6E02-451A-9B92-9CE51C08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65A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67D65-7E05-4816-B593-B74142F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Data protocol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PyTorch/PyG model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337B9-96B3-4520-8B94-38882C69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9764A-ECD8-4A59-882B-6263F272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model training, accuracy, memory, throughput, scalability, novelty, or superiority claim exists.</a:t>
            </a:r>
          </a:p>
        </p:txBody>
      </p:sp>
    </p:spTree>
    <p:extLst>
      <p:ext uri="{BB962C8B-B14F-4D97-AF65-F5344CB8AC3E}">
        <p14:creationId xmlns:p14="http://schemas.microsoft.com/office/powerpoint/2010/main" val="1757235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4006E-DA9D-4D09-A018-39504600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 / DECISION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A322D-1DC7-4849-8713-31D19324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Evidence gates protect the thesis before experiments begin.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62044-F5AE-449D-9F46-AEF17DD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B9B5C-8F0F-42ED-BB93-04DB176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MASTER'S THESIS / CUMULATIVE WORKING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D7709-88E7-4C03-BA47-DC3A765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E0E7C-D9CB-47C3-83DB-5E30B69A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implementation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EC695-3096-4BE1-8374-7C2F761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372D8-2439-4919-B030-B84ADA5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669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Persist provenance and manifests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8E0B6-5B40-4152-B729-63344A8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0EA5B-51E0-4D06-AA1E-D61B227A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Freeze semantics and duplicate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4BA8E-FCBB-464C-AA65-B0564C7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A85F3-07A2-46DC-8987-276B515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0D10"/>
                </a:solidFill>
                <a:latin typeface="Arial"/>
                <a:ea typeface="Arial"/>
                <a:cs typeface="Arial"/>
              </a:rPr>
              <a:t>Validate temporal warm-start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09B91-9ED1-46EA-89EF-DD31B8A5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6B08C-E354-49F0-8812-7A311C1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Decide G2-D, then implement matched baselines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87101-AF8F-41ED-B6AF-BC7E10CB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6479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70557-010E-4538-B205-E126D18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SUPERVISOR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B6ED7-FEB9-4587-964C-D1CA33C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7660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Scope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Dataset roles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Evaluation boundary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Compute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C18B9-4BF6-4EC8-894F-E0EEBA6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Large-scale claim requires bounded Home_and_Kitchen stress evidence.</a:t>
            </a:r>
          </a:p>
        </p:txBody>
      </p:sp>
    </p:spTree>
    <p:extLst>
      <p:ext uri="{BB962C8B-B14F-4D97-AF65-F5344CB8AC3E}">
        <p14:creationId xmlns:p14="http://schemas.microsoft.com/office/powerpoint/2010/main" val="1197184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2026-08-27T00:10:31.9330000Z</dcterms:created>
  <dcterms:modified xsi:type="dcterms:W3CDTF">2026-08-27T00:10:31.9330000Z</dcterms:modified>
</coreProperties>
</file>